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Дальше шесть вводных слайдов, затем разбор разделов.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Материалы по клиенту лежали в пяти местах. Чтобы собрать картину, надо было обойти всё по кругу.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причины: специфика документооборота и личное удобство интерфейса. Главное — второй правды не создаём.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Стандартный набор, ничего экзотического. Специфику отдела ИИ не придумывал.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назвать то, чего нет, — сильнее, чем обещать полную защиту.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Меню разное у разных людей — это не ошибка.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Вход и ваш кабинет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Сделки — список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Карточка сделки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Запрос юристу и на размещение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Клиенты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Карточка клиента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Документы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Оплаты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Календарь размещений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ОРД и маркировка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Промокоды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Входящие с сайта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Дневник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База знаний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Мессенджер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Напарник 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Передача дел и отпуска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Обзор отдела · у руководителя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Бюджет отдела · у руководителя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Турнирный контур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72768" y="19659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COLIZEUM AGENCY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06240" y="2112264"/>
            <a:ext cx="786384" cy="274320"/>
          </a:xfrm>
          <a:prstGeom prst="roundRect">
            <a:avLst>
              <a:gd name="adj" fmla="val 13333"/>
            </a:avLst>
          </a:prstGeom>
          <a:solidFill>
            <a:srgbClr val="171714"/>
          </a:solidFill>
          <a:ln w="9525">
            <a:solidFill>
              <a:srgbClr val="FCDF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0" y="211226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БЕТА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2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Руководство по сервису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стол отдела маркетинга: клиенты, сделки, документы, оплаты, размещения и маркировка — в одном месте.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 презентация для отдела и руководства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ЗАЧЕМ ЭТО ПОЯВИЛОСЬ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Начиналось как личный органайзер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945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Excel-таблицы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432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Переписка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2918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840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3891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3200400" cy="420624"/>
          </a:xfrm>
          <a:prstGeom prst="roundRect">
            <a:avLst>
              <a:gd name="adj" fmla="val 500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9377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Папки с макетами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5349240" y="2194560"/>
            <a:ext cx="5989320" cy="3291840"/>
          </a:xfrm>
          <a:prstGeom prst="roundRect">
            <a:avLst>
              <a:gd name="adj" fmla="val 2222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27249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карточка клиента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23560" y="329184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какой стадии сделка и что дальше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документы подписаны, а какие ждут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оплачено и что горит по срокам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функции ИИ-помощника, чтобы не перепечатывать руками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 я подумал, что это пригодится коллегам — и сделал под каждую роль свой кабинет.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МЕСТО В ПРОЦЕССАХ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 есть же Aspro» — и вы правы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754880" cy="3200400"/>
          </a:xfrm>
          <a:prstGeom prst="roundRect">
            <a:avLst>
              <a:gd name="adj" fmla="val 2286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ВЫЖИМКА ПОД НАШ ОТДЕЛ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2212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Colizeum Agency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стадий рекламной сделки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→ приложение → счёт → УПД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Маркировка ЕРИД, форматы, клубы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Медиапланы, макеты, промокоды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дня и коммуникация отдела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4754880" cy="3200400"/>
          </a:xfrm>
          <a:prstGeom prst="roundRect">
            <a:avLst>
              <a:gd name="adj" fmla="val 2286"/>
            </a:avLst>
          </a:prstGeom>
          <a:solidFill>
            <a:srgbClr val="232320"/>
          </a:solidFill>
          <a:ln w="15875">
            <a:solidFill>
              <a:srgbClr val="4A48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9202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КОМПАНИИ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0" y="2212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Aspro.Cloud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269748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и контроль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между отделами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Межотделовые проекты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Юристы · бухгалтерия · дизайнеры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и общая картина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23560" y="2606040"/>
            <a:ext cx="914400" cy="0"/>
          </a:xfrm>
          <a:prstGeom prst="line">
            <a:avLst/>
          </a:prstGeom>
          <a:noFill/>
          <a:ln w="28575">
            <a:solidFill>
              <a:srgbClr val="FCDF3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32120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23560" y="4114800"/>
            <a:ext cx="914400" cy="0"/>
          </a:xfrm>
          <a:prstGeom prst="line">
            <a:avLst/>
          </a:prstGeom>
          <a:noFill/>
          <a:ln w="19050">
            <a:solidFill>
              <a:srgbClr val="5A574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806440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3212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тянем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5120640"/>
            <a:ext cx="10515600" cy="1234440"/>
          </a:xfrm>
          <a:prstGeom prst="roundRect">
            <a:avLst>
              <a:gd name="adj" fmla="val 4444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5285232"/>
            <a:ext cx="10076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Aspro остаётся основной CRM компании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5614416"/>
            <a:ext cx="10076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все продолжаем там работать и взаимодействовать с юристами, бухгалтерами и дизайнерами. Этот сервис не создаёт вторую правду: из него уходит подготовленный материал, а оформление и отчётность остаются на месте.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КАК ЭТО СДЕЛАНО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чём написан сервис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4767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· ANTHROPIC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24128" y="220370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2642616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ставится словами, ИИ пишет код. Логику и специфику отдела задавал я — из наших регламентов.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07408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94767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КОДА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08576" y="220370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8576" y="2642616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записано, любую правку можно откатить. Данных компании там нет.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1856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94767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СЕРВИС · TYPESCRIPT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193024" y="220370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Next.js · React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93024" y="2642616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в браузере по адресу. Ставить ничего не нужно, работает и с телефона.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05079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24128" y="43068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· SQLite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745736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Клиенты, сделки, суммы, статусы. Файл на нашем сервере, рядом папка с документами.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07408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405079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8576" y="43068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· nginx · pm2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08576" y="4745736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Арендованный сервер в России. nginx принимает запросы, pm2 держит сервис запущенным.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91856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405079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ИИ, УВЕДОМЛЕНИЯ, ОБМЕН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93024" y="43068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· Telegram · Google-таблицы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93024" y="4745736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Саммари и разбор транскриптов, уведомления в телеграм, заявки с сайта через таблицы.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БЕЗОПАСНОСТЬ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сервер, пять кабинетов, закрытый вход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2002536"/>
            <a:ext cx="310896" cy="310896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наш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2350008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арендованный сервер в России. База — файл на нём, документы — папка рядом. Доступ к серверу только у администратора. Данные россиян по закону хранятся в России.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2002536"/>
            <a:ext cx="310896" cy="310896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1228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Кабинетов пять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12280" y="2350008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закрытый: снаружи видна только форма входа. У каждого свой пароль и своя зона видимости. Пароли не хранятся — только односторонний отпечаток.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38328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3602736"/>
            <a:ext cx="310896" cy="310896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42416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Соединение зашифровано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3950208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с настоящим сертификатом — тот самый замочек в адресной строке. База копируется каждую ночь автоматически.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38328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3602736"/>
            <a:ext cx="310896" cy="310896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Привязки к человеку нет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12280" y="3950208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переносится на сервер COLIZEUM целиком — работа на один вечер. Когда компания решит, он переезжает на ваше железо.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5029200"/>
            <a:ext cx="10515600" cy="1463040"/>
          </a:xfrm>
          <a:prstGeom prst="roundRect">
            <a:avLst>
              <a:gd name="adj" fmla="val 3750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5138928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4128" y="5358384"/>
            <a:ext cx="10113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нет: журнала действий, двухфакторного входа, шифрования файла базы.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работе с ИИ-помощником данные по клиенту уходят провайдеру ИИ — выключается одной настройкой.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Сравнивать стоит не с идеальной системой, а с тем, как отдел работает сегодня: общие таблицы по ссылке и документы в переписках.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РОЛИ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кабинета — под три разные работы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346704" cy="3566160"/>
          </a:xfrm>
          <a:prstGeom prst="roundRect">
            <a:avLst>
              <a:gd name="adj" fmla="val 218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 менеджера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42416" y="2267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Марина, Екатерина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Сделки по девяти стадиям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и документы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Оплаты и размещения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Маркировка и промокоды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дня, задачи, чат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2416" y="461772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2B2A26"/>
          </a:solidFill>
          <a:ln w="9525">
            <a:solidFill>
              <a:srgbClr val="3D3B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46177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только своих клиентов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07408" y="1737360"/>
            <a:ext cx="3346704" cy="3566160"/>
          </a:xfrm>
          <a:prstGeom prst="roundRect">
            <a:avLst>
              <a:gd name="adj" fmla="val 2186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 руководителя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26864" y="2267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26864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отдела — пульс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отдела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то же, что у менеджера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Сделки и клиенты всех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Турнирный контур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461772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2B2A26"/>
          </a:solidFill>
          <a:ln w="9525">
            <a:solidFill>
              <a:srgbClr val="3D3B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46177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весь отдел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91856" y="1737360"/>
            <a:ext cx="3346704" cy="3566160"/>
          </a:xfrm>
          <a:prstGeom prst="roundRect">
            <a:avLst>
              <a:gd name="adj" fmla="val 218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 турниров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11312" y="2267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11312" y="265176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Контрагенты по турнирам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Турниры и сметы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 арены на Шелепихе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дня, задачи, чат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разделы скрыты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11312" y="461772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2B2A26"/>
          </a:solidFill>
          <a:ln w="9525">
            <a:solidFill>
              <a:srgbClr val="3D3B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61772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контур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532120"/>
            <a:ext cx="10515600" cy="868680"/>
          </a:xfrm>
          <a:prstGeom prst="roundRect">
            <a:avLst>
              <a:gd name="adj" fmla="val 6316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5696712"/>
            <a:ext cx="10076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 — техническая роль, а не «главный»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6025896"/>
            <a:ext cx="10076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Заводит доступы и меняет пароли, но данные видит как обычный менеджер: только своих клиентов. Сводок по отделу у администратора нет.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МАРШРУТ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 что отвечает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450592" cy="4023360"/>
          </a:xfrm>
          <a:prstGeom prst="roundRect">
            <a:avLst>
              <a:gd name="adj" fmla="val 2239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0848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— точка входа утром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— доска с приоритетами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Дневник — встречи и транскрипты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Мессенджер — чат отдела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11296" y="1783080"/>
            <a:ext cx="2450592" cy="4023360"/>
          </a:xfrm>
          <a:prstGeom prst="roundRect">
            <a:avLst>
              <a:gd name="adj" fmla="val 2239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4176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И СДЕЛКА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94176" y="2331720"/>
            <a:ext cx="20848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— реквизиты и хронология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Сделки — девять стадий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— версии и файлы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— правила и цены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450592" cy="4023360"/>
          </a:xfrm>
          <a:prstGeom prst="roundRect">
            <a:avLst>
              <a:gd name="adj" fmla="val 2239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 И РЕКЛАМА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82512" y="2331720"/>
            <a:ext cx="20848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Оплаты — календарь платежей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размещений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ОРД — маркировка и ЕРИД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Промокоды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87968" y="1783080"/>
            <a:ext cx="2450592" cy="4023360"/>
          </a:xfrm>
          <a:prstGeom prst="roundRect">
            <a:avLst>
              <a:gd name="adj" fmla="val 2239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0848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70848" y="2331720"/>
            <a:ext cx="20848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отдела — у руководителя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отдела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Входящие с сайта</a:t>
            </a:r>
            <a:endParaRPr lang="en-US" sz="11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дел и отпуска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каждый раздел отдельным слайдом со скриншотом.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и ваш кабинет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— рабочая почта на colizeum.ru, пароль присылает администратор лично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смените пароль: клик по аватарке внизу меню → «Сменить пароль»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 же — загрузить фото и выйти из аккаунта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слева разное у разных людей: зависит от роли и направления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телефона работает так же: снизу панель с главными разделами, «Ещё» открывает полное меню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видите только своих клиентов — чужие сделки не показываются вовсе.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Портфель под управлением — сумма по активным сделкам, кроме закрытых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Плитки: активные сделки, задачи, рекламодатели, документы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Решения, которые ждут вас — статус и ответ на ваш вопрос руководителю. Отвеченные уходят «В архив»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Спросить руководителя — форма с типом вопроса, клиентом и файлом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Поручения руководителя — задачи, которые поставили вам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дня — раз в день одной строкой: что сделано, что дальше, что мешает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статусов дня собирается недельная сводка — в пятницу не придётся вспоминать, что было в понедельник.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tas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по статусам, карточки перетаскиваются мышью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Перетащили — карточка встаёт первой в новой колонке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карточке только заголовок и срок. Есть примечание — значок 💬, текст по клику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Цветная полоса слева — приоритет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задача: первым полем клиент, его название уходит в начало заголовка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задаче можно прикрепить файл. Бейдж 🎯 — поручение руководителя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примечания печатались на карточке и получалась стена текста. Теперь текст открывается по клику.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Сделки — список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dea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Девять стадий: Лид → КП → Договор → Приложение → Предоплата → Материалы и ОРД → Размещение → УПД → Закрытие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у каждой сделки: с НДС крупно, чистая подписью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Значок ⛔ — поднят флажок блокера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«+ Сделка» заводит новую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вводится чистой, без НДС — как в медиаплане. Под полем сразу видно: «с НДС 22% — 122 000 ₽».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сделки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deal-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блоков = порядок работы: документы → медиаплан → счета и деньги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меняется здесь. Предупреждение даёт две кнопки: «Знаю, принимаю» и «Уточню к дате» (заводит задачу)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Блокер — флажок плюс комментарий. В сводках руководителя считается только флажок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Сверка сумм: договор / по месяцам / выставлено / оплачено, расхождение подсвечивается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Кнопки: Запрос юристу, Запрос на размещение, Драфт ДС, Редактировать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стартует только после предоплаты. Правки после подписания при запрете правки тела — через ДС.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юристу и на размещение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legal-requ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Галочками отмечаете форматы. У интернет-форматов метка ЕРИД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Даты календарём, сумма чистая — НДС уходит в письмо тремя строками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Списки: география, кто делает макеты, кто получает ЕРИД, ЭДО или бумага, порядок оплаты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Галочка разносит текст на приложение № 1 (клубы) и № 2 (интернет с маркировкой)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запросе на размещение под каждым форматом своё поле ссылки: UTM или ссылка под QR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Реквизиты, номер договора и суммы подставляются из карточки — ошибиться в ИНН негде.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— черновик по правилам из базы знаний. Покажите юристу один раз.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advertiser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рекламодателей: название, юрлицо, тип, счётчики сделок и документов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лицевой стороне только суть, детали внутри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и удаление — прямо в списке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«+ Клиент» заводит нового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клиента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advertiser-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Реквизиты: юрлицо, ИНН, КПП, ОГРН, адрес, подписант — заполнить один раз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Контакты, креативы (несколько файлов), файл карточки контрагента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агентств — список конечных брендов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Хронология: сделки, встречи, статусы, задачи, документы, оплаты, размещения, ОРД. С фильтрами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Будущее вынесено в свёрнутый блок «Впереди», чтобы планы не закрывали историю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«Пересказать историю» — ИИ пишет сжатый пересказ ленты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Стадии сделки в базе не логируются: лента строится из дат, которые реально записаны.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docum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фиксированных подразделов. Пустые тоже показываются — видно, чего не хватает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— когда один документ правится по кругу: версия 1, версия 2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«Файлы в этой карточке» — когда два приложения к одному договору или ресайзы макета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перетаскиваются мышью прямо в ячейку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одно на весь сервис: файл из карточки сделки виден и здесь. Загружать дважды не нужно.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Оплаты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financ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бюджет по клиентам, ниже — сколько разложено по месяцам и сколько ещё нет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Выставлено / Оплачено / Остаток — по счетам и платёжкам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Календарь: строка клиент, колонка месяц. Платёж растягивается на несколько месяцев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Карточку с суммой можно перетащить на другой месяц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Предупреждение «разложено больше договора» ловит задвоенный платёж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Плановые платежи — разбивка бюджета по срокам, а не деньги сверх него.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Счета и платёжки — исключение: их сумму переписывают с документа, где она уже с НДС.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размещений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placem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 когда выходит: строка — позиция, колонка — неделя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Статусы: Подписан, На подписании, Ожидание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клетки = статус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 по рабочей таблице, к которой отдел привык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ОРД и маркировка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o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записи: роль (агентство или клиент), даты, файл креатива, файл акта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Флажок «срочно»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добавляются в карточке сделки, здесь — общий список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Маркировка нужна интернет-форматам: баннер в приложении, посты в Telegram и ВКонтакте. Экраны в клубе под неё не подпадают.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Промокоды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prom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по рекламодателям: какие коды выдали и на какой срок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Условия, механика, порядок взаиморасчёта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Партии промокодов заводятся в карточке сделки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Входящие с сайта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lea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с формы на colizeum-agency.ru, подтягиваются автоматически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«Обновить» тянет свежие прямо сейчас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Новая / В работе / Квалифицирована / Отказ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Назначили себя ответственным — сервис сам заводит задачу «Связаться с …»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Статус, ответственный и заметка не перетираются при обновлении из таблицы.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общий: заявки видит весь отдел.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Дневник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jour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записи, с кем встреча, клиент, расшифровка, файл записи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«Разобрать транскрипт» — ИИ заполняет дату, время, продолжительность, участников, итоги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сохранении строка уходит в Google-таблицу отчётности сотрудника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Длинная расшифровка свёрнута до трёх строк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Недельное саммари — ИИ собирает прогресс по клиентам за 7 дней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интеграция с таблицей не настроена, кнопка просто копирует готовую строку в буфер обмена.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knowle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документооборота, цены, технические требования, кейсы, бенчмарки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Статьи по категориям, поиск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«Файлы и шаблоны» — типовой договор, прайс, презентация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берёт данные ИИ-напарник, когда его спрашивают про цены или размеры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— это данные агентства. Порядок работы напарник берёт из своего внутреннего руководства.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Мессенджер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messeng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личные переписки, сообщения приходят мгновенно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чатов с превью последнего сообщения и временем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Вложения, закрепление важного, привязка к клиенту или сделке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«Общий» удалить нельзя, свои каналы создаются кнопкой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— отправить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Маячок непрочитанного напротив пункта в меню. Личные сообщения дублируются в Telegram.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Напарник ИИ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assist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Спросить: «что горит по МТС», «какие сделки без предоплаты», «что в базе знаний про цены»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Поручить: завести задачу, записать статус дня, добавить запись в дневник, спросить руководителя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 файл: кидаете файл в чат — сам определит клиента и разложит в сделку и «Документы»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ответом написано, куда он заглядывал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Жёлтое предупреждение «ответил без обращения к данным» — такой ответ проверяйте.</a:t>
            </a:r>
            <a:endParaRPr lang="en-US" sz="1050" dirty="0"/>
          </a:p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Напарник работает только в вашем скоупе: чужих клиентов не покажет. Это бета, он может ошибаться.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Передача дел и отпуска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hand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«Сегодня» — кто отсутствует прямо сейчас, до какого числа и у кого его дела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по дням: в шапке числа и дни недели, выходные притенены. Клик по клетке заводит период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полосе тип отсутствия, замещающий — словами «дела у Кати»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Передача: выбираете своих клиентов, кому и до какой даты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«Собрать саммари» — где работа, что подписано и оплачено, что горит. Факты из базы, ИИ пересказывает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«Вернуть дела» ставит всё обратно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 отсутствие ставит каждый сам, чужое — руководитель. Календарь виден всей команде.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te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создаёт доступы и правит имя и роль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пароля любому сотруднику — на случай «забыл пароль»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таблица учёта: каждый ставит ссылку на свою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Таблице нужен доступ «по ссылке — Читатель». Ключи Google API не требуются. Копируйте ссылку целиком.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отдела · у руководителя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leadershi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каждому сотруднику: сделки, суммы, блокеры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из шести шагов, клик раскрывает контрагентов с менеджером и суммой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Виджеты «блокеры / просроченные / зависшие» раскрываются в списки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«Поручить» — поставить задачу сотруднику прямо отсюда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Решения, которые ждут вас — вопросы от сотрудников с кнопкой «Решено»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видит оба контура — и рекламный, и турнирный.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отдела · у руководителя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leadership-budg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месяца: свободно / план / полоса освоения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«Ждут вашего решения» — кнопка «Согласовать» прямо в строке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«Куда уходят деньги» и «Что приходит» — списками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расхода: четыре обязательных поля, бухгалтерия в «Подробностях»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в CSV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420624" cy="420624"/>
          </a:xfrm>
          <a:prstGeom prst="ellipse">
            <a:avLst/>
          </a:prstGeom>
          <a:solidFill>
            <a:srgbClr val="FCDF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89888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Турнирный контур</a:t>
            </a:r>
            <a:endParaRPr lang="en-US" sz="2400" dirty="0"/>
          </a:p>
        </p:txBody>
      </p:sp>
      <p:pic>
        <p:nvPicPr>
          <p:cNvPr id="5" name="Image 0" descr="/tmp/claude-0/-home-user-Colizeum--CRM/79bc0868-d9a9-5e02-966c-c17e4ed65d2e/scratchpad/shots/tournam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400800" cy="400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34440"/>
            <a:ext cx="37947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Контрагенты — кто с нами проводит турниры, с воронкой статусов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Турниры и сметы — план и факт по статьям, расхождение сверху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Бронь арены — помесячный календарь площадки на Шелепихе</a:t>
            </a:r>
            <a:endParaRPr lang="en-US" sz="115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Зоны: вся арена / сцена с LED-экраном / сцена с экраном и комнатами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22960" y="5440680"/>
            <a:ext cx="6400800" cy="960120"/>
          </a:xfrm>
          <a:prstGeom prst="roundRect">
            <a:avLst>
              <a:gd name="adj" fmla="val 5714"/>
            </a:avLst>
          </a:prstGeom>
          <a:solidFill>
            <a:srgbClr val="2A211A"/>
          </a:solidFill>
          <a:ln w="9525">
            <a:solidFill>
              <a:srgbClr val="4A3A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550408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ЗНАТЬ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24128" y="576986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турнирного менеджера рекламные разделы скрыты. Руководитель видит турниры наравне с рекламой.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Правила, которые действуют во всём сервисе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94767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вводим чистыми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2416" y="2276856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Сумму вносите без НДС — как в медиаплане. НДС сервис считает сам. На экранах сумма всегда с НДС крупно, чистая подписью.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07408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194767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НДС по дате документа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26864" y="2276856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год — 20 %, 2026 — 22 %. Ставка выбирается по дате договора, а не прибита гвоздями.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91856" y="178308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94767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 файлов одно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из карточки сделки виден и в «Документах» клиента. Дважды грузить не нужно.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05079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Видите только своих клиентов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4379976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«скрыты», а просто не запрашиваются. Руководитель видит весь отдел.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07408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05079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Незыблемые правила домена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4379976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только после предоплаты. Правки после подписания — через ДС. Приложения Т-Банка строго по очереди.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91856" y="3886200"/>
            <a:ext cx="3346704" cy="1874520"/>
          </a:xfrm>
          <a:prstGeom prst="roundRect">
            <a:avLst>
              <a:gd name="adj" fmla="val 2927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405079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Удалить можно почти всё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11312" y="4379976"/>
            <a:ext cx="2907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Везде с подтверждением. Удаление клиента уносит его сделки и документы — сервис предупредит.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в бета-версии — и мне нужны ваши замечания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Пользуйтесь как настоящим рабочим инструментом: заводите своих клиентов, свои сделки, свои документы. На демонстрационных данных ничего не проверишь.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232320"/>
          </a:solidFill>
          <a:ln w="15875">
            <a:solidFill>
              <a:srgbClr val="FCDF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Записывайте всё, что мешает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2416" y="32004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непонятно, куда нажимать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приходится делать лишние клики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поле называется непонятно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не хватает для вашей работы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явно сломалось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232320"/>
          </a:solidFill>
          <a:ln w="9525">
            <a:solidFill>
              <a:srgbClr val="35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идёт тест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37376" y="32004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Доступы выданы, у каждого свой кабинет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недели работаете и записываете замечания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собираю всё и довожу сервис до финала</a:t>
            </a:r>
            <a:endParaRPr lang="en-US" sz="12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BEB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Aspro остаётся основной системой — в процессах менять нечего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CD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«Кнопка не там» — это нормальное замечание. Хуже промолчать и остаться с неудобной кнопкой навсегда.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Руководство по сервису Colizeum Agency</dc:title>
  <dc:subject>PptxGenJS Presentation</dc:subject>
  <dc:creator>Colizeum Agency</dc:creator>
  <cp:lastModifiedBy>Colizeum Agency</cp:lastModifiedBy>
  <cp:revision>1</cp:revision>
  <dcterms:created xsi:type="dcterms:W3CDTF">2026-08-17T08:44:17Z</dcterms:created>
  <dcterms:modified xsi:type="dcterms:W3CDTF">2026-08-17T08:44:17Z</dcterms:modified>
</cp:coreProperties>
</file>